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8B8D"/>
                </a:solidFill>
              </a:defRPr>
            </a:pPr>
            <a:r>
              <a:t>PROJECT PRESENTATION  /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6202A"/>
                </a:solidFill>
              </a:defRPr>
            </a:pPr>
            <a:r>
              <a:t>Intelligent Observability &amp; Event Watchdog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423160"/>
            <a:ext cx="1051560" cy="7315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6202A"/>
                </a:solidFill>
              </a:defRPr>
            </a:pPr>
            <a:r>
              <a:t>An API-first monitoring service that turns raw application logs into stored history, statistical signals, and actionable alerts.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707D"/>
                </a:solidFill>
              </a:defRPr>
            </a:pPr>
            <a:r>
              <a:t>Intelligent Observability &amp; Event Watchdog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8B8D"/>
                </a:solidFill>
              </a:defRPr>
            </a:pPr>
            <a:r>
              <a:t>PROJECT PRESENTATION  /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02A"/>
                </a:solidFill>
              </a:defRPr>
            </a:pPr>
            <a:r>
              <a:t>Logs contain signals. Incidents need decisions.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423160"/>
            <a:ext cx="1051560" cy="7315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  <a:r>
              <a:t>Without a watchdog: manual review is slow, signals are difficult to compare, and alert history is disconnected.</a:t>
            </a:r>
          </a:p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  <a:r>
              <a:t>With this MVP: upload through a documented API, build metric history, detect spikes, and persist the response.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707D"/>
                </a:solidFill>
              </a:defRPr>
            </a:pPr>
            <a:r>
              <a:t>Intelligent Observability &amp; Event Watchdog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8B8D"/>
                </a:solidFill>
              </a:defRPr>
            </a:pPr>
            <a:r>
              <a:t>PROJECT PRESENTATION  /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02A"/>
                </a:solidFill>
              </a:defRPr>
            </a:pPr>
            <a:r>
              <a:t>One path from event to action.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423160"/>
            <a:ext cx="1051560" cy="7315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  <a:r>
              <a:t>Log file -&gt; FastAPI upload -&gt; parser -&gt; SQLite records -&gt; moving average and standard deviation -&gt; anomaly -&gt; alert -&gt; simulated webhook -&gt; Streamlit dashboard</a:t>
            </a:r>
          </a:p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  <a:r>
              <a:t>Stack: Python, FastAPI, SQLAlchemy, SQLite, NumPy, Streamlit.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707D"/>
                </a:solidFill>
              </a:defRPr>
            </a:pPr>
            <a:r>
              <a:t>Intelligent Observability &amp; Event Watchdog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8B8D"/>
                </a:solidFill>
              </a:defRPr>
            </a:pPr>
            <a:r>
              <a:t>PROJECT PRESENTATION  /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02A"/>
                </a:solidFill>
              </a:defRPr>
            </a:pPr>
            <a:r>
              <a:t>Swagger makes the workflow immediately usable.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423160"/>
            <a:ext cx="1051560" cy="7315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  <a:r>
              <a:t>Live API: http://127.0.0.1:8000/docs</a:t>
            </a:r>
          </a:p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  <a:r>
              <a:t>POST /api/logs/upload</a:t>
            </a:r>
          </a:p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  <a:r>
              <a:t>GET /api/health</a:t>
            </a:r>
          </a:p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  <a:r>
              <a:t>GET /api/anomalies</a:t>
            </a:r>
          </a:p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  <a:r>
              <a:t>GET /api/alerts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707D"/>
                </a:solidFill>
              </a:defRPr>
            </a:pPr>
            <a:r>
              <a:t>Intelligent Observability &amp; Event Watchdog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8B8D"/>
                </a:solidFill>
              </a:defRPr>
            </a:pPr>
            <a:r>
              <a:t>PROJECT PRESENTATION  /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02A"/>
                </a:solidFill>
              </a:defRPr>
            </a:pPr>
            <a:r>
              <a:t>Compare today’s observation with yesterday’s behavior.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423160"/>
            <a:ext cx="1051560" cy="7315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  <a:r>
              <a:t>limit = moving_average + 2 * standard_deviation</a:t>
            </a:r>
          </a:p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  <a:r>
              <a:t>Demonstrated result:</a:t>
            </a:r>
          </a:p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  <a:r>
              <a:t>Baseline average: 3 errors</a:t>
            </a:r>
          </a:p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  <a:r>
              <a:t>Current observation: 10 errors</a:t>
            </a:r>
          </a:p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  <a:r>
              <a:t>Standard deviation: 0</a:t>
            </a:r>
          </a:p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  <a:r>
              <a:t>Classification: critical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707D"/>
                </a:solidFill>
              </a:defRPr>
            </a:pPr>
            <a:r>
              <a:t>Intelligent Observability &amp; Event Watchdog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8B8D"/>
                </a:solidFill>
              </a:defRPr>
            </a:pPr>
            <a:r>
              <a:t>PROJECT PRESENTATION  /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02A"/>
                </a:solidFill>
              </a:defRPr>
            </a:pPr>
            <a:r>
              <a:t>The anomaly is visible and inspectable.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423160"/>
            <a:ext cx="1051560" cy="7315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  <a:r>
              <a:t>Live anomaly response: http://127.0.0.1:8000/api/anomalies</a:t>
            </a:r>
          </a:p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  <a:r>
              <a:t>Live alert response: http://127.0.0.1:8000/api/alerts</a:t>
            </a:r>
          </a:p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  <a:r>
              <a:t>Alert status: open</a:t>
            </a:r>
          </a:p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  <a:r>
              <a:t>Webhook status: simulated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707D"/>
                </a:solidFill>
              </a:defRPr>
            </a:pPr>
            <a:r>
              <a:t>Intelligent Observability &amp; Event Watchdog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8B8D"/>
                </a:solidFill>
              </a:defRPr>
            </a:pPr>
            <a:r>
              <a:t>PROJECT PRESENTATION  / 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02A"/>
                </a:solidFill>
              </a:defRPr>
            </a:pPr>
            <a:r>
              <a:t>One screen for operational context.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423160"/>
            <a:ext cx="1051560" cy="7315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  <a:r>
              <a:t>Live dashboard: http://localhost:8501</a:t>
            </a:r>
          </a:p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  <a:r>
              <a:t>Current view: 36 log entries, 16 errors, 1 open alert, 1 anomaly, log-level distribution, error-count history, recent alerts, and recent logs.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707D"/>
                </a:solidFill>
              </a:defRPr>
            </a:pPr>
            <a:r>
              <a:t>Intelligent Observability &amp; Event Watchdog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8B8D"/>
                </a:solidFill>
              </a:defRPr>
            </a:pPr>
            <a:r>
              <a:t>PROJECT PRESENTATION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6202A"/>
                </a:solidFill>
              </a:defRPr>
            </a:pPr>
            <a:r>
              <a:t>A complete feedback loop, ready to harden.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423160"/>
            <a:ext cx="1051560" cy="7315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  <a:r>
              <a:t>What it proves: API ingestion, free local persistence, statistical anomaly detection, traceable alert history, and an operator dashboard.</a:t>
            </a:r>
          </a:p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6202A"/>
                </a:solidFill>
              </a:defRPr>
            </a:pPr>
            <a:r>
              <a:t>Next: authentication, configurable rules, real webhooks, time-window aggregation, deduplication, and containerized deployment.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707D"/>
                </a:solidFill>
              </a:defRPr>
            </a:pPr>
            <a:r>
              <a:t>Intelligent Observability &amp; Event Watchdog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