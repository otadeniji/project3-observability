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a0221425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a0221425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a0221425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a0221425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a0221425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a0221425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0a0221425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40a0221425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a0221425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0a0221425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0a0221425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0a0221425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0a0221425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0a0221425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a0221425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0a0221425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6-09-18 2006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24" y="0"/>
            <a:ext cx="882235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6-09-18 2006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62" y="0"/>
            <a:ext cx="87490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 2026-09-18 2006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62" y="0"/>
            <a:ext cx="87490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6-09-18 2007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62" y="0"/>
            <a:ext cx="87490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6-09-18 2008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62" y="0"/>
            <a:ext cx="87490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9-18 2008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92" y="0"/>
            <a:ext cx="87418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creenshot 2026-09-18 2008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" y="0"/>
            <a:ext cx="877824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 2026-09-18 2008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35" y="0"/>
            <a:ext cx="877092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